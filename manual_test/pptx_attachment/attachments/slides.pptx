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Click here to verify: https://malicious-pptx-link.com/verify?token=abc</a:t>
            </a:r>
          </a:p>
          <a:p>
            <a:r>
              <a:t>Support: http://pptx-support.net/help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